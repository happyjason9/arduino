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63A2D-932B-EA7A-05FF-E6DF472D0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F804908-440C-2BE8-23FB-97EE6A0DF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CBFD6C-CD40-4600-2940-619ECC88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B8BA3B-DC79-9569-7433-42D6D280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89183-A376-25B8-2838-4A789CF3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25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5029F-C499-A164-949C-04794E09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D65EB9-5B89-3451-B271-A0310AAA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0E0971-7DC0-49D8-0218-4F5F3604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939815-917A-C38C-7647-42FE82631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C4A290-627F-84A1-BF58-98D84CD9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76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F1AAB3-541D-2CA3-6583-5A9C67EF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A15546-3763-B853-E436-F8E37E4AB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8EF246-81B9-5E93-65CE-3CE51156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81F0C9-5421-1E57-7864-12A61FCD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D03CB7-3AB0-0336-654B-5E42D480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02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B3D65F-A114-B8E0-06D6-623274BA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740EDA-D578-B552-3204-95E1D181D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F984A8-FA51-D3A7-398C-09E0FF5BF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6C713E-3FC7-84C1-AB5D-7BA624B6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28E75F-8ABA-A9C0-B72E-24693EC9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16D477-A086-F792-CAF7-09AFD222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30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F4F73C-F6DD-35D8-EDBD-572F03CD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D8FE30-EF35-C2C4-E00B-20C639ED1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21D939-532E-3486-3B25-3A02A39EA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B4C1E18-E507-0104-B60A-930EB1AD6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54AB58F-B4BD-8EE5-C7C4-8368BCF6D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FCFED8-AC96-1342-F9CE-926C51024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E49ACE7-E612-AE63-8C75-06E206AF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9102ED-0853-4EBA-0128-5022CCC6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71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F14F67-DA88-F053-861A-E778BBE6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22011D-FFE6-3807-5458-13B14868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59EAD7-ADDA-3AF5-EAAE-7F2CC42D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AC395-DCDF-9E41-A7CE-8AEEA352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43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35FB0E3-17F5-9040-677F-93FA403B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40F46A2-028B-A725-6C67-B76D9428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5B9C77-FD69-4E97-F14A-32368717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55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34AC2E-36F9-8D06-08F7-61F29DA5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2A3E03-4B85-8ECD-A01D-63051BC2A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6E6A89-0AFF-5446-62E3-547C8404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519ED6-64E8-D7DE-12D9-7A0EC5F4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657CC0-05DE-905D-BC26-C9F0422E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2A784A-4901-1988-C5B1-D5D2B19F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80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70ACD-2C8C-77A9-E2D9-E361BB5F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CDE927-1508-EE84-176F-0FCFFCC19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46EC11-0234-2C0E-52BC-8DD035BED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CB6EDC-5CA3-40EC-1DD7-3CDBEDD4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0B191A-6678-6B68-C232-A3F18EEC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BC28C9-25D8-8971-9E72-35F6BA9E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97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BBEC8D-7AA5-DDB6-D129-DC86EF24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E17C07-5DDA-8751-E543-4777B9EFB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061921-BE35-2512-97E5-7961667C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087B7-D376-8DCC-95F2-D0E8531F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3C10B8-6F73-986D-6081-1C7C863E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30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AAFB1E-6D7E-7D91-9967-696FE928D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C97EF1-33AF-5928-4A72-F2F886C49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56594-BBB5-E7B3-FAFF-EF381B1C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677EE2-AF94-DCF8-EFCB-215A4A95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F2EF90-64B5-56EC-CC0F-035EF407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22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F2FEE31-7B80-F822-B7D0-319C5CC7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9B461-B45A-8A36-2CE8-1F8519933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45B85-3C3D-6274-058C-11D8F3710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8EEC-315D-44DD-B0B0-853DC9ACF4BC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0297D-4084-BE41-272D-71CE208DD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D04BF9-F551-76D1-7F05-194C6B94E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D6036-E809-4689-B23A-A4FDD1EB2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5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EAA2FE4-E063-D0EA-30B3-39910FFB3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925" y="3985111"/>
            <a:ext cx="3309175" cy="26025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1C53753-A87D-91FE-E7A5-F6F19D941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96" b="96087" l="5556" r="97953">
                        <a14:foregroundMark x1="85673" y1="88261" x2="74561" y2="96087"/>
                        <a14:foregroundMark x1="9064" y1="87826" x2="9064" y2="87826"/>
                        <a14:foregroundMark x1="5556" y1="63913" x2="5556" y2="63913"/>
                        <a14:foregroundMark x1="8187" y1="13696" x2="8187" y2="13696"/>
                        <a14:foregroundMark x1="9649" y1="7826" x2="9649" y2="7826"/>
                        <a14:foregroundMark x1="9064" y1="32391" x2="9064" y2="32391"/>
                        <a14:foregroundMark x1="8480" y1="42609" x2="8480" y2="65652"/>
                        <a14:foregroundMark x1="6725" y1="11957" x2="24561" y2="3913"/>
                        <a14:foregroundMark x1="24561" y1="3913" x2="69883" y2="10870"/>
                        <a14:foregroundMark x1="65497" y1="22609" x2="80409" y2="74130"/>
                        <a14:foregroundMark x1="81579" y1="25652" x2="85965" y2="75000"/>
                        <a14:foregroundMark x1="94152" y1="85000" x2="94444" y2="65652"/>
                        <a14:foregroundMark x1="97953" y1="63913" x2="90643" y2="64783"/>
                        <a14:foregroundMark x1="95322" y1="41739" x2="95614" y2="26087"/>
                        <a14:foregroundMark x1="95614" y1="26087" x2="92690" y2="19130"/>
                        <a14:foregroundMark x1="97368" y1="19130" x2="97368" y2="18261"/>
                        <a14:foregroundMark x1="97661" y1="62391" x2="90936" y2="61957"/>
                        <a14:foregroundMark x1="93860" y1="17174" x2="93860" y2="17174"/>
                        <a14:foregroundMark x1="88012" y1="15000" x2="88012" y2="15000"/>
                        <a14:foregroundMark x1="88596" y1="14565" x2="88596" y2="14565"/>
                        <a14:foregroundMark x1="89766" y1="15217" x2="89766" y2="15217"/>
                        <a14:foregroundMark x1="89474" y1="15000" x2="87719" y2="141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689767" y="-158165"/>
            <a:ext cx="3059377" cy="4114952"/>
          </a:xfrm>
          <a:prstGeom prst="rect">
            <a:avLst/>
          </a:prstGeom>
        </p:spPr>
      </p:pic>
      <p:cxnSp>
        <p:nvCxnSpPr>
          <p:cNvPr id="27" name="接點: 弧形 26">
            <a:extLst>
              <a:ext uri="{FF2B5EF4-FFF2-40B4-BE49-F238E27FC236}">
                <a16:creationId xmlns:a16="http://schemas.microsoft.com/office/drawing/2014/main" id="{33783892-48E2-4BE6-CBC9-1B5FF7141072}"/>
              </a:ext>
            </a:extLst>
          </p:cNvPr>
          <p:cNvCxnSpPr/>
          <p:nvPr/>
        </p:nvCxnSpPr>
        <p:spPr>
          <a:xfrm>
            <a:off x="4314825" y="3238500"/>
            <a:ext cx="2133600" cy="1619250"/>
          </a:xfrm>
          <a:prstGeom prst="curvedConnector3">
            <a:avLst>
              <a:gd name="adj1" fmla="val 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接點: 弧形 28">
            <a:extLst>
              <a:ext uri="{FF2B5EF4-FFF2-40B4-BE49-F238E27FC236}">
                <a16:creationId xmlns:a16="http://schemas.microsoft.com/office/drawing/2014/main" id="{07B08510-4FE7-4F6D-DB8C-A27E093774DF}"/>
              </a:ext>
            </a:extLst>
          </p:cNvPr>
          <p:cNvCxnSpPr>
            <a:cxnSpLocks/>
          </p:cNvCxnSpPr>
          <p:nvPr/>
        </p:nvCxnSpPr>
        <p:spPr>
          <a:xfrm>
            <a:off x="3971925" y="3238500"/>
            <a:ext cx="2609850" cy="1619250"/>
          </a:xfrm>
          <a:prstGeom prst="curvedConnector3">
            <a:avLst>
              <a:gd name="adj1" fmla="val -36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85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Lee</dc:creator>
  <cp:lastModifiedBy>Jason Lee</cp:lastModifiedBy>
  <cp:revision>1</cp:revision>
  <dcterms:created xsi:type="dcterms:W3CDTF">2026-09-14T02:42:50Z</dcterms:created>
  <dcterms:modified xsi:type="dcterms:W3CDTF">2026-09-14T03:27:51Z</dcterms:modified>
</cp:coreProperties>
</file>